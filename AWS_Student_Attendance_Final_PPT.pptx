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9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27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0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23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5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6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7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03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8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1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0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45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8283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65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9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24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910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517" y="1867464"/>
            <a:ext cx="8229600" cy="1143000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dirty="0"/>
              <a:t>Student Attendance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658" y="2012438"/>
            <a:ext cx="76753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3200" dirty="0"/>
              <a:t>Manual attendance takes time and makes tracking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Digital attendance</a:t>
            </a:r>
          </a:p>
          <a:p>
            <a:pPr marL="0" indent="0">
              <a:buNone/>
            </a:pPr>
            <a:r>
              <a:rPr sz="2800" dirty="0"/>
              <a:t>• Automatic reports</a:t>
            </a:r>
          </a:p>
          <a:p>
            <a:pPr marL="0" indent="0">
              <a:buNone/>
            </a:pPr>
            <a:r>
              <a:rPr sz="2800" dirty="0"/>
              <a:t>• Student analysis</a:t>
            </a:r>
          </a:p>
          <a:p>
            <a:pPr marL="0" indent="0">
              <a:buNone/>
            </a:pPr>
            <a:r>
              <a:rPr sz="2800" dirty="0"/>
              <a:t>• Cloud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Python Flask</a:t>
            </a:r>
          </a:p>
          <a:p>
            <a:pPr marL="0" indent="0">
              <a:buNone/>
            </a:pPr>
            <a:r>
              <a:rPr sz="2800" dirty="0"/>
              <a:t>• MySQL</a:t>
            </a:r>
          </a:p>
          <a:p>
            <a:pPr marL="0" indent="0">
              <a:buNone/>
            </a:pPr>
            <a:r>
              <a:rPr sz="2800" dirty="0"/>
              <a:t>• HTML/CSS</a:t>
            </a:r>
          </a:p>
          <a:p>
            <a:pPr marL="0" indent="0">
              <a:buNone/>
            </a:pPr>
            <a:r>
              <a:rPr sz="2800" dirty="0"/>
              <a:t>• AWS </a:t>
            </a:r>
            <a:r>
              <a:rPr lang="en-IN" sz="2800" dirty="0"/>
              <a:t>E</a:t>
            </a:r>
            <a:r>
              <a:rPr sz="2800" dirty="0"/>
              <a:t>C2</a:t>
            </a:r>
          </a:p>
          <a:p>
            <a:pPr marL="0" indent="0">
              <a:buNone/>
            </a:pPr>
            <a:r>
              <a:rPr sz="2800" dirty="0"/>
              <a:t>• Amazon RDS</a:t>
            </a:r>
          </a:p>
          <a:p>
            <a:pPr marL="0" indent="0">
              <a:buNone/>
            </a:pPr>
            <a:r>
              <a:rPr sz="2800" dirty="0"/>
              <a:t>• </a:t>
            </a:r>
            <a:r>
              <a:rPr sz="2800" dirty="0" err="1"/>
              <a:t>Gunicorn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Amazon EC2</a:t>
            </a:r>
          </a:p>
          <a:p>
            <a:pPr marL="0" indent="0">
              <a:buNone/>
            </a:pPr>
            <a:r>
              <a:rPr sz="2800" dirty="0"/>
              <a:t>• Amazon RDS</a:t>
            </a:r>
          </a:p>
          <a:p>
            <a:pPr marL="0" indent="0">
              <a:buNone/>
            </a:pPr>
            <a:r>
              <a:rPr sz="2800" dirty="0"/>
              <a:t>• Security Groups</a:t>
            </a:r>
          </a:p>
          <a:p>
            <a:pPr marL="0" indent="0">
              <a:buNone/>
            </a:pPr>
            <a:r>
              <a:rPr sz="2800" dirty="0"/>
              <a:t>• </a:t>
            </a:r>
            <a:r>
              <a:rPr sz="2800" dirty="0" err="1"/>
              <a:t>Gunicorn</a:t>
            </a:r>
            <a:endParaRPr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Purpose:</a:t>
            </a:r>
          </a:p>
          <a:p>
            <a:pPr marL="0" indent="0">
              <a:buNone/>
            </a:pPr>
            <a:r>
              <a:rPr sz="2800" dirty="0"/>
              <a:t>Hosts the Flask application.</a:t>
            </a:r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Why EC2?</a:t>
            </a:r>
          </a:p>
          <a:p>
            <a:pPr marL="0" indent="0">
              <a:buNone/>
            </a:pPr>
            <a:r>
              <a:rPr sz="2800" dirty="0"/>
              <a:t>• Cloud hosting</a:t>
            </a:r>
          </a:p>
          <a:p>
            <a:pPr marL="0" indent="0">
              <a:buNone/>
            </a:pPr>
            <a:r>
              <a:rPr sz="2800" dirty="0"/>
              <a:t>• Accessible anywhere</a:t>
            </a:r>
          </a:p>
          <a:p>
            <a:pPr marL="0" indent="0">
              <a:buNone/>
            </a:pPr>
            <a:r>
              <a:rPr sz="2800" dirty="0"/>
              <a:t>• Easy deployment</a:t>
            </a:r>
          </a:p>
          <a:p>
            <a:pPr marL="0" indent="0">
              <a:buNone/>
            </a:pPr>
            <a:r>
              <a:rPr sz="2800" dirty="0"/>
              <a:t>• No local machine dependency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Purpose:</a:t>
            </a:r>
          </a:p>
          <a:p>
            <a:pPr marL="0" indent="0">
              <a:buNone/>
            </a:pPr>
            <a:r>
              <a:rPr sz="2800" dirty="0"/>
              <a:t>Stores attendance data.</a:t>
            </a:r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Why RDS?</a:t>
            </a:r>
          </a:p>
          <a:p>
            <a:pPr marL="0" indent="0">
              <a:buNone/>
            </a:pPr>
            <a:r>
              <a:rPr sz="2800" dirty="0"/>
              <a:t>• Managed database</a:t>
            </a:r>
          </a:p>
          <a:p>
            <a:pPr marL="0" indent="0">
              <a:buNone/>
            </a:pPr>
            <a:r>
              <a:rPr sz="2800" dirty="0"/>
              <a:t>• Reliable</a:t>
            </a:r>
          </a:p>
          <a:p>
            <a:pPr marL="0" indent="0">
              <a:buNone/>
            </a:pPr>
            <a:r>
              <a:rPr sz="2800" dirty="0"/>
              <a:t>• Secure</a:t>
            </a:r>
          </a:p>
          <a:p>
            <a:pPr marL="0" indent="0">
              <a:buNone/>
            </a:pPr>
            <a:r>
              <a:rPr sz="2800" dirty="0"/>
              <a:t>• Automatic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Purpose:</a:t>
            </a:r>
          </a:p>
          <a:p>
            <a:pPr marL="0" indent="0">
              <a:buNone/>
            </a:pPr>
            <a:r>
              <a:rPr sz="2800" dirty="0"/>
              <a:t>Acts as firewall.</a:t>
            </a:r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Ports used:</a:t>
            </a:r>
          </a:p>
          <a:p>
            <a:pPr marL="0" indent="0">
              <a:buNone/>
            </a:pPr>
            <a:r>
              <a:rPr sz="2800" dirty="0"/>
              <a:t>22 → SSH</a:t>
            </a:r>
          </a:p>
          <a:p>
            <a:pPr marL="0" indent="0">
              <a:buNone/>
            </a:pPr>
            <a:r>
              <a:rPr sz="2800" dirty="0"/>
              <a:t>5000/8000 → App access</a:t>
            </a:r>
          </a:p>
          <a:p>
            <a:pPr marL="0" indent="0">
              <a:buNone/>
            </a:pPr>
            <a:r>
              <a:rPr sz="2800" dirty="0"/>
              <a:t>3306 →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Gunicorn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Purpose:</a:t>
            </a:r>
          </a:p>
          <a:p>
            <a:pPr marL="0" indent="0">
              <a:buNone/>
            </a:pPr>
            <a:r>
              <a:rPr sz="2800" dirty="0"/>
              <a:t>Runs Flask application in deployment.</a:t>
            </a:r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Why </a:t>
            </a:r>
            <a:r>
              <a:rPr sz="2800" dirty="0" err="1"/>
              <a:t>Gunicorn</a:t>
            </a:r>
            <a:r>
              <a:rPr sz="2800" dirty="0"/>
              <a:t>?</a:t>
            </a:r>
          </a:p>
          <a:p>
            <a:pPr marL="0" indent="0">
              <a:buNone/>
            </a:pPr>
            <a:r>
              <a:rPr sz="2800" dirty="0"/>
              <a:t>• Handles multiple requests</a:t>
            </a:r>
          </a:p>
          <a:p>
            <a:pPr marL="0" indent="0">
              <a:buNone/>
            </a:pPr>
            <a:r>
              <a:rPr sz="2800" dirty="0"/>
              <a:t>• Better than development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BA8E0F2-D7CD-FF03-D423-85800B2E1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584" y="432619"/>
            <a:ext cx="8392831" cy="55952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Users</a:t>
            </a:r>
          </a:p>
          <a:p>
            <a:r>
              <a:rPr sz="2800" dirty="0"/>
              <a:t>Students</a:t>
            </a:r>
          </a:p>
          <a:p>
            <a:r>
              <a:rPr sz="2800" dirty="0"/>
              <a:t>Attendance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Teacher login</a:t>
            </a:r>
          </a:p>
          <a:p>
            <a:pPr marL="0" indent="0">
              <a:buNone/>
            </a:pPr>
            <a:r>
              <a:rPr sz="2800" dirty="0"/>
              <a:t>• Student signup</a:t>
            </a:r>
          </a:p>
          <a:p>
            <a:pPr marL="0" indent="0">
              <a:buNone/>
            </a:pPr>
            <a:r>
              <a:rPr sz="2800" dirty="0"/>
              <a:t>• Attendance</a:t>
            </a:r>
          </a:p>
          <a:p>
            <a:pPr marL="0" indent="0">
              <a:buNone/>
            </a:pPr>
            <a:r>
              <a:rPr sz="2800" dirty="0"/>
              <a:t>• Reports</a:t>
            </a:r>
          </a:p>
          <a:p>
            <a:pPr marL="0" indent="0">
              <a:buNone/>
            </a:pPr>
            <a:r>
              <a:rPr sz="2800" dirty="0"/>
              <a:t>•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4A713C-AA4A-E2E8-4FEE-728F98911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584" y="412955"/>
            <a:ext cx="8392831" cy="55952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Present/Absent marking</a:t>
            </a:r>
          </a:p>
          <a:p>
            <a:pPr marL="0" indent="0">
              <a:buNone/>
            </a:pPr>
            <a:r>
              <a:rPr sz="2800" dirty="0"/>
              <a:t>• Teacher-wise reports</a:t>
            </a:r>
          </a:p>
          <a:p>
            <a:pPr marL="0" indent="0">
              <a:buNone/>
            </a:pPr>
            <a:r>
              <a:rPr sz="2800" dirty="0"/>
              <a:t>• Subject-wise analysis</a:t>
            </a:r>
          </a:p>
          <a:p>
            <a:pPr marL="0" indent="0">
              <a:buNone/>
            </a:pPr>
            <a:r>
              <a:rPr sz="2800" dirty="0"/>
              <a:t>• Percentage calculation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Face recognition</a:t>
            </a:r>
          </a:p>
          <a:p>
            <a:pPr marL="0" indent="0">
              <a:buNone/>
            </a:pPr>
            <a:r>
              <a:rPr sz="2800" dirty="0"/>
              <a:t>• Email alerts</a:t>
            </a:r>
          </a:p>
          <a:p>
            <a:pPr marL="0" indent="0">
              <a:buNone/>
            </a:pPr>
            <a:r>
              <a:rPr sz="2800" dirty="0"/>
              <a:t>• Mobile 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165" y="2391672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sz="8000" dirty="0">
                <a:gradFill>
                  <a:gsLst>
                    <a:gs pos="42000">
                      <a:srgbClr val="002060"/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effectLst>
                  <a:outerShdw blurRad="63500" dist="50800" dir="5400000" sx="103000" sy="103000" algn="ctr" rotWithShape="0">
                    <a:schemeClr val="tx1">
                      <a:alpha val="91000"/>
                    </a:schemeClr>
                  </a:outerShdw>
                </a:effectLst>
              </a:rPr>
              <a:t>Thank</a:t>
            </a:r>
            <a:r>
              <a:rPr lang="en-US" sz="8000" dirty="0">
                <a:gradFill>
                  <a:gsLst>
                    <a:gs pos="42000">
                      <a:srgbClr val="002060"/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effectLst>
                  <a:outerShdw blurRad="63500" dist="50800" dir="5400000" sx="103000" sy="103000" algn="ctr" rotWithShape="0">
                    <a:schemeClr val="tx1">
                      <a:alpha val="91000"/>
                    </a:schemeClr>
                  </a:outerShdw>
                </a:effectLst>
              </a:rPr>
              <a:t> You </a:t>
            </a:r>
            <a:endParaRPr sz="8000" dirty="0">
              <a:effectLst>
                <a:outerShdw blurRad="63500" dist="50800" dir="5400000" sx="103000" sy="103000" algn="ctr" rotWithShape="0">
                  <a:schemeClr val="tx1">
                    <a:alpha val="91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21</TotalTime>
  <Words>197</Words>
  <Application>Microsoft Office PowerPoint</Application>
  <PresentationFormat>On-screen Show (4:3)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Corbel</vt:lpstr>
      <vt:lpstr>Depth</vt:lpstr>
      <vt:lpstr>Student Attendance Management System</vt:lpstr>
      <vt:lpstr>Problem Statement</vt:lpstr>
      <vt:lpstr>Objectives</vt:lpstr>
      <vt:lpstr>Technologies Used</vt:lpstr>
      <vt:lpstr>AWS Components Used</vt:lpstr>
      <vt:lpstr>Amazon EC2</vt:lpstr>
      <vt:lpstr>Amazon RDS</vt:lpstr>
      <vt:lpstr>Security Groups</vt:lpstr>
      <vt:lpstr>Gunicorn</vt:lpstr>
      <vt:lpstr>PowerPoint Presentation</vt:lpstr>
      <vt:lpstr>Database Tables</vt:lpstr>
      <vt:lpstr>Modules</vt:lpstr>
      <vt:lpstr>PowerPoint Presentation</vt:lpstr>
      <vt:lpstr>Features</vt:lpstr>
      <vt:lpstr>Future Enhancements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Hemalatha D</cp:lastModifiedBy>
  <cp:revision>4</cp:revision>
  <dcterms:created xsi:type="dcterms:W3CDTF">2013-01-27T09:14:16Z</dcterms:created>
  <dcterms:modified xsi:type="dcterms:W3CDTF">2026-05-24T14:40:13Z</dcterms:modified>
  <cp:category/>
</cp:coreProperties>
</file>